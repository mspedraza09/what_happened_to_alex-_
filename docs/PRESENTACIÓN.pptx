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lfa Slab One" charset="1" panose="00000500000000000000"/>
      <p:regular r:id="rId12"/>
    </p:embeddedFont>
    <p:embeddedFont>
      <p:font typeface="Abhaya Libre Bold" charset="1" panose="02000803000000000000"/>
      <p:regular r:id="rId13"/>
    </p:embeddedFont>
    <p:embeddedFont>
      <p:font typeface="Open Sans Bold" charset="1" panose="020B0806030504020204"/>
      <p:regular r:id="rId14"/>
    </p:embeddedFont>
    <p:embeddedFont>
      <p:font typeface="Open Sans" charset="1" panose="020B0606030504020204"/>
      <p:regular r:id="rId15"/>
    </p:embeddedFont>
    <p:embeddedFont>
      <p:font typeface="Abhaya Libre" charset="1" panose="02000503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30822" y="2785027"/>
            <a:ext cx="13226355" cy="1998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79"/>
              </a:lnSpc>
            </a:pPr>
            <a:r>
              <a:rPr lang="en-US" sz="11699">
                <a:solidFill>
                  <a:srgbClr val="FFFFFF"/>
                </a:solidFill>
                <a:latin typeface="Alfa Slab One"/>
                <a:ea typeface="Alfa Slab One"/>
                <a:cs typeface="Alfa Slab One"/>
                <a:sym typeface="Alfa Slab One"/>
              </a:rPr>
              <a:t>PRESENTACIÓN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758803" y="4564312"/>
            <a:ext cx="10770394" cy="1998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79"/>
              </a:lnSpc>
            </a:pPr>
            <a:r>
              <a:rPr lang="en-US" sz="11699">
                <a:solidFill>
                  <a:srgbClr val="FFFFFF"/>
                </a:solidFill>
                <a:latin typeface="Alfa Slab One"/>
                <a:ea typeface="Alfa Slab One"/>
                <a:cs typeface="Alfa Slab One"/>
                <a:sym typeface="Alfa Slab One"/>
              </a:rPr>
              <a:t>VIDEOJUEGO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242621" y="6648397"/>
            <a:ext cx="3802757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A N N M A R 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71818" y="2240198"/>
            <a:ext cx="1744365" cy="573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true">
                <a:solidFill>
                  <a:srgbClr val="FFFFFF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AÑO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559687" y="-1786411"/>
            <a:ext cx="7917887" cy="7120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66"/>
              </a:lnSpc>
            </a:pPr>
            <a:r>
              <a:rPr lang="en-US" sz="41619">
                <a:solidFill>
                  <a:srgbClr val="FFFFFF"/>
                </a:solidFill>
                <a:latin typeface="Alfa Slab One"/>
                <a:ea typeface="Alfa Slab One"/>
                <a:cs typeface="Alfa Slab One"/>
                <a:sym typeface="Alfa Slab One"/>
              </a:rPr>
              <a:t>01.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29099" y="4335522"/>
            <a:ext cx="3185915" cy="3185915"/>
          </a:xfrm>
          <a:custGeom>
            <a:avLst/>
            <a:gdLst/>
            <a:ahLst/>
            <a:cxnLst/>
            <a:rect r="r" b="b" t="t" l="l"/>
            <a:pathLst>
              <a:path h="3185915" w="3185915">
                <a:moveTo>
                  <a:pt x="0" y="0"/>
                </a:moveTo>
                <a:lnTo>
                  <a:pt x="3185915" y="0"/>
                </a:lnTo>
                <a:lnTo>
                  <a:pt x="3185915" y="3185915"/>
                </a:lnTo>
                <a:lnTo>
                  <a:pt x="0" y="31859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1001" y="-80018"/>
            <a:ext cx="6320532" cy="1998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79"/>
              </a:lnSpc>
            </a:pPr>
            <a:r>
              <a:rPr lang="en-US" sz="11699">
                <a:solidFill>
                  <a:srgbClr val="FFFFFF"/>
                </a:solidFill>
                <a:latin typeface="Alfa Slab One"/>
                <a:ea typeface="Alfa Slab One"/>
                <a:cs typeface="Alfa Slab One"/>
                <a:sym typeface="Alfa Slab One"/>
              </a:rPr>
              <a:t>EQUIPO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54083" y="1476146"/>
            <a:ext cx="9257904" cy="1998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79"/>
              </a:lnSpc>
            </a:pPr>
            <a:r>
              <a:rPr lang="en-US" sz="11699">
                <a:solidFill>
                  <a:srgbClr val="FFFFFF"/>
                </a:solidFill>
                <a:latin typeface="Alfa Slab One"/>
                <a:ea typeface="Alfa Slab One"/>
                <a:cs typeface="Alfa Slab One"/>
                <a:sym typeface="Alfa Slab One"/>
              </a:rPr>
              <a:t>ANNMARO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313664" y="4335522"/>
            <a:ext cx="3185915" cy="3185915"/>
          </a:xfrm>
          <a:custGeom>
            <a:avLst/>
            <a:gdLst/>
            <a:ahLst/>
            <a:cxnLst/>
            <a:rect r="r" b="b" t="t" l="l"/>
            <a:pathLst>
              <a:path h="3185915" w="3185915">
                <a:moveTo>
                  <a:pt x="0" y="0"/>
                </a:moveTo>
                <a:lnTo>
                  <a:pt x="3185915" y="0"/>
                </a:lnTo>
                <a:lnTo>
                  <a:pt x="3185915" y="3185915"/>
                </a:lnTo>
                <a:lnTo>
                  <a:pt x="0" y="31859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298229" y="4335522"/>
            <a:ext cx="3185915" cy="3185915"/>
          </a:xfrm>
          <a:custGeom>
            <a:avLst/>
            <a:gdLst/>
            <a:ahLst/>
            <a:cxnLst/>
            <a:rect r="r" b="b" t="t" l="l"/>
            <a:pathLst>
              <a:path h="3185915" w="3185915">
                <a:moveTo>
                  <a:pt x="0" y="0"/>
                </a:moveTo>
                <a:lnTo>
                  <a:pt x="3185915" y="0"/>
                </a:lnTo>
                <a:lnTo>
                  <a:pt x="3185915" y="3185915"/>
                </a:lnTo>
                <a:lnTo>
                  <a:pt x="0" y="31859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42481" y="7454762"/>
            <a:ext cx="3359150" cy="563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ANNY DELGADO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59465" y="7454762"/>
            <a:ext cx="3867547" cy="563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ALEJANDRO COTES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18879" y="7454762"/>
            <a:ext cx="2944614" cy="563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MARÍA SIERRA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4469" y="7951966"/>
            <a:ext cx="5578078" cy="563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Directora de documentación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38629" y="7951966"/>
            <a:ext cx="3909219" cy="563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Director de pruebas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78931" y="8074592"/>
            <a:ext cx="4024511" cy="563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Gerente de proyecto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970956" y="8694421"/>
            <a:ext cx="3840460" cy="563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Directora de diseño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6512" y="8449170"/>
            <a:ext cx="3655120" cy="563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Directora de IU/UX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73439" y="8449170"/>
            <a:ext cx="3421975" cy="563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Director de IU/UX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221823" y="6283832"/>
            <a:ext cx="6443832" cy="5348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14"/>
              </a:lnSpc>
            </a:pPr>
            <a:r>
              <a:rPr lang="en-US" sz="31224">
                <a:solidFill>
                  <a:srgbClr val="FFFFFF"/>
                </a:solidFill>
                <a:latin typeface="Alfa Slab One"/>
                <a:ea typeface="Alfa Slab One"/>
                <a:cs typeface="Alfa Slab One"/>
                <a:sym typeface="Alfa Slab One"/>
              </a:rPr>
              <a:t>02.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88657" y="45082"/>
            <a:ext cx="14710686" cy="1767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19"/>
              </a:lnSpc>
            </a:pPr>
            <a:r>
              <a:rPr lang="en-US" sz="10299">
                <a:solidFill>
                  <a:srgbClr val="FFFFFF"/>
                </a:solidFill>
                <a:latin typeface="Alfa Slab One"/>
                <a:ea typeface="Alfa Slab One"/>
                <a:cs typeface="Alfa Slab One"/>
                <a:sym typeface="Alfa Slab One"/>
              </a:rPr>
              <a:t>PROBLEMÁTICA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74758" y="1736093"/>
            <a:ext cx="5471220" cy="573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FFFFFF"/>
                </a:solidFill>
                <a:latin typeface="Abhaya Libre"/>
                <a:ea typeface="Abhaya Libre"/>
                <a:cs typeface="Abhaya Libre"/>
                <a:sym typeface="Abhaya Libre"/>
              </a:rPr>
              <a:t>¿QUÉ SE DESEA SOLUCIONAR?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3823" y="3369991"/>
            <a:ext cx="17480353" cy="3470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0865" indent="-355432" lvl="1">
              <a:lnSpc>
                <a:spcPts val="4609"/>
              </a:lnSpc>
              <a:buFont typeface="Arial"/>
              <a:buChar char="•"/>
            </a:pPr>
            <a:r>
              <a:rPr lang="en-US" sz="3292">
                <a:solidFill>
                  <a:srgbClr val="FFFFFF"/>
                </a:solidFill>
                <a:latin typeface="Abhaya Libre"/>
                <a:ea typeface="Abhaya Libre"/>
                <a:cs typeface="Abhaya Libre"/>
                <a:sym typeface="Abhaya Libre"/>
              </a:rPr>
              <a:t>En la etapa de la adolescencia, nuestros jóvenes ganan independencia social y su acceso constante a redes scociales y teléfonos móviles los hace una población vulnerable a sufrir ciberacoso y bullying. Estudios basados Encuesta Mundial de Salud Estudiantil Escolar obteniendo resultados como que el 6,5% de los adolescentes informaron haber sido víctimas de acoso cibernético, el 9,5% intentó suicidarse el año pasado y aquellos que fueron acosados cibernéticamente tuvieron un riesgo significativamente mayor de intento de suicidio. resume eso por favor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41057" y="197482"/>
            <a:ext cx="14710686" cy="1767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19"/>
              </a:lnSpc>
            </a:pPr>
            <a:r>
              <a:rPr lang="en-US" sz="10299">
                <a:solidFill>
                  <a:srgbClr val="FFFFFF"/>
                </a:solidFill>
                <a:latin typeface="Alfa Slab One"/>
                <a:ea typeface="Alfa Slab One"/>
                <a:cs typeface="Alfa Slab One"/>
                <a:sym typeface="Alfa Slab One"/>
              </a:rPr>
              <a:t>SOLUCIÓN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88657" y="1764668"/>
            <a:ext cx="14710686" cy="1767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19"/>
              </a:lnSpc>
            </a:pPr>
            <a:r>
              <a:rPr lang="en-US" sz="10299">
                <a:solidFill>
                  <a:srgbClr val="FFFFFF"/>
                </a:solidFill>
                <a:latin typeface="Alfa Slab One"/>
                <a:ea typeface="Alfa Slab One"/>
                <a:cs typeface="Alfa Slab One"/>
                <a:sym typeface="Alfa Slab One"/>
              </a:rPr>
              <a:t>PROPUESTA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03823" y="3947066"/>
            <a:ext cx="17480353" cy="2316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9"/>
              </a:lnSpc>
            </a:pPr>
            <a:r>
              <a:rPr lang="en-US" sz="3292">
                <a:solidFill>
                  <a:srgbClr val="FFFFFF"/>
                </a:solidFill>
                <a:latin typeface="Abhaya Libre"/>
                <a:ea typeface="Abhaya Libre"/>
                <a:cs typeface="Abhaya Libre"/>
                <a:sym typeface="Abhaya Libre"/>
              </a:rPr>
              <a:t>Nuestra propuesta es un videojuego en dónde el jugador obtiene el teléfono de una víctima de suicidio por acoso, su tarea será descubrir qué le pasó a la víctima y cómo llegó a tomar esa decisión. Esto lo va a hacer día a día buscando pistas en las aplicaciones del teléfono hasta formar una contraseña que desbloque un diario, que nos cuenta de forma cronológica qué sucedió con la víctima.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895673" y="5663659"/>
            <a:ext cx="6340822" cy="5348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14"/>
              </a:lnSpc>
            </a:pPr>
            <a:r>
              <a:rPr lang="en-US" sz="31224">
                <a:solidFill>
                  <a:srgbClr val="FFFFFF"/>
                </a:solidFill>
                <a:latin typeface="Alfa Slab One"/>
                <a:ea typeface="Alfa Slab One"/>
                <a:cs typeface="Alfa Slab One"/>
                <a:sym typeface="Alfa Slab One"/>
              </a:rPr>
              <a:t>03.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1829" y="4540270"/>
            <a:ext cx="3086100" cy="1651747"/>
            <a:chOff x="0" y="0"/>
            <a:chExt cx="812800" cy="4350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435028"/>
            </a:xfrm>
            <a:custGeom>
              <a:avLst/>
              <a:gdLst/>
              <a:ahLst/>
              <a:cxnLst/>
              <a:rect r="r" b="b" t="t" l="l"/>
              <a:pathLst>
                <a:path h="435028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307087"/>
                  </a:lnTo>
                  <a:cubicBezTo>
                    <a:pt x="812800" y="341019"/>
                    <a:pt x="799321" y="373562"/>
                    <a:pt x="775327" y="397555"/>
                  </a:cubicBezTo>
                  <a:cubicBezTo>
                    <a:pt x="751333" y="421549"/>
                    <a:pt x="718791" y="435028"/>
                    <a:pt x="684859" y="435028"/>
                  </a:cubicBezTo>
                  <a:lnTo>
                    <a:pt x="127941" y="435028"/>
                  </a:lnTo>
                  <a:cubicBezTo>
                    <a:pt x="94009" y="435028"/>
                    <a:pt x="61467" y="421549"/>
                    <a:pt x="37473" y="397555"/>
                  </a:cubicBezTo>
                  <a:cubicBezTo>
                    <a:pt x="13479" y="373562"/>
                    <a:pt x="0" y="341019"/>
                    <a:pt x="0" y="307087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812800" cy="4921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Exploración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941057" y="197482"/>
            <a:ext cx="14710686" cy="1767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19"/>
              </a:lnSpc>
            </a:pPr>
            <a:r>
              <a:rPr lang="en-US" sz="10299">
                <a:solidFill>
                  <a:srgbClr val="000000"/>
                </a:solidFill>
                <a:latin typeface="Alfa Slab One"/>
                <a:ea typeface="Alfa Slab One"/>
                <a:cs typeface="Alfa Slab One"/>
                <a:sym typeface="Alfa Slab One"/>
              </a:rPr>
              <a:t>MÉCANICAS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88657" y="1764668"/>
            <a:ext cx="14710686" cy="1767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19"/>
              </a:lnSpc>
            </a:pPr>
            <a:r>
              <a:rPr lang="en-US" sz="10299">
                <a:solidFill>
                  <a:srgbClr val="000000"/>
                </a:solidFill>
                <a:latin typeface="Alfa Slab One"/>
                <a:ea typeface="Alfa Slab One"/>
                <a:cs typeface="Alfa Slab One"/>
                <a:sym typeface="Alfa Slab One"/>
              </a:rPr>
              <a:t>JUEGO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948144" y="6668267"/>
            <a:ext cx="6622312" cy="5348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14"/>
              </a:lnSpc>
            </a:pPr>
            <a:r>
              <a:rPr lang="en-US" sz="31224">
                <a:solidFill>
                  <a:srgbClr val="000000"/>
                </a:solidFill>
                <a:latin typeface="Alfa Slab One"/>
                <a:ea typeface="Alfa Slab One"/>
                <a:cs typeface="Alfa Slab One"/>
                <a:sym typeface="Alfa Slab One"/>
              </a:rPr>
              <a:t>04.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480112" y="4576129"/>
            <a:ext cx="4314265" cy="1651747"/>
            <a:chOff x="0" y="0"/>
            <a:chExt cx="1136267" cy="4350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36267" cy="435028"/>
            </a:xfrm>
            <a:custGeom>
              <a:avLst/>
              <a:gdLst/>
              <a:ahLst/>
              <a:cxnLst/>
              <a:rect r="r" b="b" t="t" l="l"/>
              <a:pathLst>
                <a:path h="435028" w="1136267">
                  <a:moveTo>
                    <a:pt x="91519" y="0"/>
                  </a:moveTo>
                  <a:lnTo>
                    <a:pt x="1044748" y="0"/>
                  </a:lnTo>
                  <a:cubicBezTo>
                    <a:pt x="1095293" y="0"/>
                    <a:pt x="1136267" y="40975"/>
                    <a:pt x="1136267" y="91519"/>
                  </a:cubicBezTo>
                  <a:lnTo>
                    <a:pt x="1136267" y="343509"/>
                  </a:lnTo>
                  <a:cubicBezTo>
                    <a:pt x="1136267" y="394054"/>
                    <a:pt x="1095293" y="435028"/>
                    <a:pt x="1044748" y="435028"/>
                  </a:cubicBezTo>
                  <a:lnTo>
                    <a:pt x="91519" y="435028"/>
                  </a:lnTo>
                  <a:cubicBezTo>
                    <a:pt x="40975" y="435028"/>
                    <a:pt x="0" y="394054"/>
                    <a:pt x="0" y="343509"/>
                  </a:cubicBezTo>
                  <a:lnTo>
                    <a:pt x="0" y="91519"/>
                  </a:lnTo>
                  <a:cubicBezTo>
                    <a:pt x="0" y="40975"/>
                    <a:pt x="40975" y="0"/>
                    <a:pt x="9151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36267" cy="4921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Investigación/Recolección de pistas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442076" y="4647846"/>
            <a:ext cx="3086100" cy="1580029"/>
            <a:chOff x="0" y="0"/>
            <a:chExt cx="812800" cy="41613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416139"/>
            </a:xfrm>
            <a:custGeom>
              <a:avLst/>
              <a:gdLst/>
              <a:ahLst/>
              <a:cxnLst/>
              <a:rect r="r" b="b" t="t" l="l"/>
              <a:pathLst>
                <a:path h="41613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88199"/>
                  </a:lnTo>
                  <a:cubicBezTo>
                    <a:pt x="812800" y="322131"/>
                    <a:pt x="799321" y="354673"/>
                    <a:pt x="775327" y="378666"/>
                  </a:cubicBezTo>
                  <a:cubicBezTo>
                    <a:pt x="751333" y="402660"/>
                    <a:pt x="718791" y="416139"/>
                    <a:pt x="684859" y="416139"/>
                  </a:cubicBezTo>
                  <a:lnTo>
                    <a:pt x="127941" y="416139"/>
                  </a:lnTo>
                  <a:cubicBezTo>
                    <a:pt x="94009" y="416139"/>
                    <a:pt x="61467" y="402660"/>
                    <a:pt x="37473" y="378666"/>
                  </a:cubicBezTo>
                  <a:cubicBezTo>
                    <a:pt x="13479" y="354673"/>
                    <a:pt x="0" y="322131"/>
                    <a:pt x="0" y="28819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812800" cy="4732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Interpretación</a:t>
              </a:r>
              <a:r>
                <a:rPr lang="en-US" sz="26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175876" y="4611987"/>
            <a:ext cx="3475867" cy="1580029"/>
            <a:chOff x="0" y="0"/>
            <a:chExt cx="915455" cy="4161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5455" cy="416139"/>
            </a:xfrm>
            <a:custGeom>
              <a:avLst/>
              <a:gdLst/>
              <a:ahLst/>
              <a:cxnLst/>
              <a:rect r="r" b="b" t="t" l="l"/>
              <a:pathLst>
                <a:path h="416139" w="915455">
                  <a:moveTo>
                    <a:pt x="113594" y="0"/>
                  </a:moveTo>
                  <a:lnTo>
                    <a:pt x="801861" y="0"/>
                  </a:lnTo>
                  <a:cubicBezTo>
                    <a:pt x="831987" y="0"/>
                    <a:pt x="860881" y="11968"/>
                    <a:pt x="882184" y="33271"/>
                  </a:cubicBezTo>
                  <a:cubicBezTo>
                    <a:pt x="903487" y="54574"/>
                    <a:pt x="915455" y="83467"/>
                    <a:pt x="915455" y="113594"/>
                  </a:cubicBezTo>
                  <a:lnTo>
                    <a:pt x="915455" y="302545"/>
                  </a:lnTo>
                  <a:cubicBezTo>
                    <a:pt x="915455" y="332672"/>
                    <a:pt x="903487" y="361565"/>
                    <a:pt x="882184" y="382868"/>
                  </a:cubicBezTo>
                  <a:cubicBezTo>
                    <a:pt x="860881" y="404172"/>
                    <a:pt x="831987" y="416139"/>
                    <a:pt x="801861" y="416139"/>
                  </a:cubicBezTo>
                  <a:lnTo>
                    <a:pt x="113594" y="416139"/>
                  </a:lnTo>
                  <a:cubicBezTo>
                    <a:pt x="83467" y="416139"/>
                    <a:pt x="54574" y="404172"/>
                    <a:pt x="33271" y="382868"/>
                  </a:cubicBezTo>
                  <a:cubicBezTo>
                    <a:pt x="11968" y="361565"/>
                    <a:pt x="0" y="332672"/>
                    <a:pt x="0" y="302545"/>
                  </a:cubicBezTo>
                  <a:lnTo>
                    <a:pt x="0" y="113594"/>
                  </a:lnTo>
                  <a:cubicBezTo>
                    <a:pt x="0" y="83467"/>
                    <a:pt x="11968" y="54574"/>
                    <a:pt x="33271" y="33271"/>
                  </a:cubicBezTo>
                  <a:cubicBezTo>
                    <a:pt x="54574" y="11968"/>
                    <a:pt x="83467" y="0"/>
                    <a:pt x="11359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915455" cy="4732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Interpretación</a:t>
              </a:r>
              <a:r>
                <a:rPr lang="en-US" sz="26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41829" y="7201667"/>
            <a:ext cx="3086100" cy="1580029"/>
            <a:chOff x="0" y="0"/>
            <a:chExt cx="812800" cy="41613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416139"/>
            </a:xfrm>
            <a:custGeom>
              <a:avLst/>
              <a:gdLst/>
              <a:ahLst/>
              <a:cxnLst/>
              <a:rect r="r" b="b" t="t" l="l"/>
              <a:pathLst>
                <a:path h="41613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88199"/>
                  </a:lnTo>
                  <a:cubicBezTo>
                    <a:pt x="812800" y="322131"/>
                    <a:pt x="799321" y="354673"/>
                    <a:pt x="775327" y="378666"/>
                  </a:cubicBezTo>
                  <a:cubicBezTo>
                    <a:pt x="751333" y="402660"/>
                    <a:pt x="718791" y="416139"/>
                    <a:pt x="684859" y="416139"/>
                  </a:cubicBezTo>
                  <a:lnTo>
                    <a:pt x="127941" y="416139"/>
                  </a:lnTo>
                  <a:cubicBezTo>
                    <a:pt x="94009" y="416139"/>
                    <a:pt x="61467" y="402660"/>
                    <a:pt x="37473" y="378666"/>
                  </a:cubicBezTo>
                  <a:cubicBezTo>
                    <a:pt x="13479" y="354673"/>
                    <a:pt x="0" y="322131"/>
                    <a:pt x="0" y="28819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812800" cy="4732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Resolución de puzzles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838700" y="7201667"/>
            <a:ext cx="3086100" cy="1580029"/>
            <a:chOff x="0" y="0"/>
            <a:chExt cx="812800" cy="41613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416139"/>
            </a:xfrm>
            <a:custGeom>
              <a:avLst/>
              <a:gdLst/>
              <a:ahLst/>
              <a:cxnLst/>
              <a:rect r="r" b="b" t="t" l="l"/>
              <a:pathLst>
                <a:path h="41613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88199"/>
                  </a:lnTo>
                  <a:cubicBezTo>
                    <a:pt x="812800" y="322131"/>
                    <a:pt x="799321" y="354673"/>
                    <a:pt x="775327" y="378666"/>
                  </a:cubicBezTo>
                  <a:cubicBezTo>
                    <a:pt x="751333" y="402660"/>
                    <a:pt x="718791" y="416139"/>
                    <a:pt x="684859" y="416139"/>
                  </a:cubicBezTo>
                  <a:lnTo>
                    <a:pt x="127941" y="416139"/>
                  </a:lnTo>
                  <a:cubicBezTo>
                    <a:pt x="94009" y="416139"/>
                    <a:pt x="61467" y="402660"/>
                    <a:pt x="37473" y="378666"/>
                  </a:cubicBezTo>
                  <a:cubicBezTo>
                    <a:pt x="13479" y="354673"/>
                    <a:pt x="0" y="322131"/>
                    <a:pt x="0" y="28819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812800" cy="4732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Seguimiento de la historia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794376" y="7201667"/>
            <a:ext cx="3086100" cy="1580029"/>
            <a:chOff x="0" y="0"/>
            <a:chExt cx="812800" cy="41613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416139"/>
            </a:xfrm>
            <a:custGeom>
              <a:avLst/>
              <a:gdLst/>
              <a:ahLst/>
              <a:cxnLst/>
              <a:rect r="r" b="b" t="t" l="l"/>
              <a:pathLst>
                <a:path h="416139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288199"/>
                  </a:lnTo>
                  <a:cubicBezTo>
                    <a:pt x="812800" y="322131"/>
                    <a:pt x="799321" y="354673"/>
                    <a:pt x="775327" y="378666"/>
                  </a:cubicBezTo>
                  <a:cubicBezTo>
                    <a:pt x="751333" y="402660"/>
                    <a:pt x="718791" y="416139"/>
                    <a:pt x="684859" y="416139"/>
                  </a:cubicBezTo>
                  <a:lnTo>
                    <a:pt x="127941" y="416139"/>
                  </a:lnTo>
                  <a:cubicBezTo>
                    <a:pt x="94009" y="416139"/>
                    <a:pt x="61467" y="402660"/>
                    <a:pt x="37473" y="378666"/>
                  </a:cubicBezTo>
                  <a:cubicBezTo>
                    <a:pt x="13479" y="354673"/>
                    <a:pt x="0" y="322131"/>
                    <a:pt x="0" y="28819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812800" cy="4732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Progresión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40335" y="3866840"/>
            <a:ext cx="6294224" cy="2550151"/>
            <a:chOff x="0" y="0"/>
            <a:chExt cx="2006134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06134" cy="812800"/>
            </a:xfrm>
            <a:custGeom>
              <a:avLst/>
              <a:gdLst/>
              <a:ahLst/>
              <a:cxnLst/>
              <a:rect r="r" b="b" t="t" l="l"/>
              <a:pathLst>
                <a:path h="812800" w="2006134">
                  <a:moveTo>
                    <a:pt x="0" y="0"/>
                  </a:moveTo>
                  <a:lnTo>
                    <a:pt x="2006134" y="0"/>
                  </a:lnTo>
                  <a:lnTo>
                    <a:pt x="2006134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1657" t="0" r="-1657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085324" y="3255552"/>
            <a:ext cx="3775896" cy="3775896"/>
          </a:xfrm>
          <a:custGeom>
            <a:avLst/>
            <a:gdLst/>
            <a:ahLst/>
            <a:cxnLst/>
            <a:rect r="r" b="b" t="t" l="l"/>
            <a:pathLst>
              <a:path h="3775896" w="3775896">
                <a:moveTo>
                  <a:pt x="0" y="0"/>
                </a:moveTo>
                <a:lnTo>
                  <a:pt x="3775896" y="0"/>
                </a:lnTo>
                <a:lnTo>
                  <a:pt x="3775896" y="3775896"/>
                </a:lnTo>
                <a:lnTo>
                  <a:pt x="0" y="37758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40164" y="6751951"/>
            <a:ext cx="3995268" cy="3995268"/>
          </a:xfrm>
          <a:custGeom>
            <a:avLst/>
            <a:gdLst/>
            <a:ahLst/>
            <a:cxnLst/>
            <a:rect r="r" b="b" t="t" l="l"/>
            <a:pathLst>
              <a:path h="3995268" w="3995268">
                <a:moveTo>
                  <a:pt x="0" y="0"/>
                </a:moveTo>
                <a:lnTo>
                  <a:pt x="3995267" y="0"/>
                </a:lnTo>
                <a:lnTo>
                  <a:pt x="3995267" y="3995267"/>
                </a:lnTo>
                <a:lnTo>
                  <a:pt x="0" y="39952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992351" y="6885376"/>
            <a:ext cx="3401624" cy="3401624"/>
          </a:xfrm>
          <a:custGeom>
            <a:avLst/>
            <a:gdLst/>
            <a:ahLst/>
            <a:cxnLst/>
            <a:rect r="r" b="b" t="t" l="l"/>
            <a:pathLst>
              <a:path h="3401624" w="3401624">
                <a:moveTo>
                  <a:pt x="0" y="0"/>
                </a:moveTo>
                <a:lnTo>
                  <a:pt x="3401623" y="0"/>
                </a:lnTo>
                <a:lnTo>
                  <a:pt x="3401623" y="3401624"/>
                </a:lnTo>
                <a:lnTo>
                  <a:pt x="0" y="34016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41057" y="197482"/>
            <a:ext cx="14710686" cy="1767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19"/>
              </a:lnSpc>
            </a:pPr>
            <a:r>
              <a:rPr lang="en-US" sz="10299">
                <a:solidFill>
                  <a:srgbClr val="000000"/>
                </a:solidFill>
                <a:latin typeface="Alfa Slab One"/>
                <a:ea typeface="Alfa Slab One"/>
                <a:cs typeface="Alfa Slab One"/>
                <a:sym typeface="Alfa Slab One"/>
              </a:rPr>
              <a:t>HERRAMIENTAS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88657" y="1764668"/>
            <a:ext cx="14710686" cy="1767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19"/>
              </a:lnSpc>
            </a:pPr>
            <a:r>
              <a:rPr lang="en-US" sz="10299">
                <a:solidFill>
                  <a:srgbClr val="000000"/>
                </a:solidFill>
                <a:latin typeface="Alfa Slab One"/>
                <a:ea typeface="Alfa Slab One"/>
                <a:cs typeface="Alfa Slab One"/>
                <a:sym typeface="Alfa Slab One"/>
              </a:rPr>
              <a:t>UTILIZADAS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1284831" y="6974574"/>
            <a:ext cx="6451776" cy="5348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14"/>
              </a:lnSpc>
            </a:pPr>
            <a:r>
              <a:rPr lang="en-US" sz="31224">
                <a:solidFill>
                  <a:srgbClr val="000000"/>
                </a:solidFill>
                <a:latin typeface="Alfa Slab One"/>
                <a:ea typeface="Alfa Slab One"/>
                <a:cs typeface="Alfa Slab One"/>
                <a:sym typeface="Alfa Slab One"/>
              </a:rPr>
              <a:t>05.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DAHGQFpFPw4</dc:identifier>
  <dcterms:modified xsi:type="dcterms:W3CDTF">2011-08-01T06:04:30Z</dcterms:modified>
  <cp:revision>1</cp:revision>
  <dc:title>PRESENTACIÓN</dc:title>
</cp:coreProperties>
</file>